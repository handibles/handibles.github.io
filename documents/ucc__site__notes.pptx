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3" r:id="rId7"/>
    <p:sldId id="261" r:id="rId8"/>
    <p:sldId id="262" r:id="rId9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819"/>
    <a:srgbClr val="FFC000"/>
    <a:srgbClr val="FFC719"/>
    <a:srgbClr val="00B0F0"/>
    <a:srgbClr val="FF3C2D"/>
    <a:srgbClr val="F4F2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48"/>
  </p:normalViewPr>
  <p:slideViewPr>
    <p:cSldViewPr snapToGrid="0">
      <p:cViewPr varScale="1">
        <p:scale>
          <a:sx n="112" d="100"/>
          <a:sy n="112" d="100"/>
        </p:scale>
        <p:origin x="272" y="-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56B87A4-18EA-4460-847C-7AE41F3ACB1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420E3F5-287A-457D-8699-078D97638CD3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9CBB791-E9C3-45F7-8D7A-2934C704EBB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3F55675-72D9-48C4-8BC8-A4F5970B685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3BFBA23-4098-4C9E-B6C3-C65C683AF3E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0443231-8684-467D-8DAD-03AA81CA67A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0A6A349-97F2-41F4-BCAA-E6B4467B4AE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F362F65-5855-4398-8211-470B2A0C767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BB13BD5-5374-4A3C-9B0A-C3BF11179F8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44D20B4-7705-4DD2-A8A7-1448E32D569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A303721-0B22-4848-9733-240473D4BEE4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0581178-A63F-4525-B7FB-4850CB5C7E76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AB8C37C-5E33-444C-8770-458C742BAD3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90DD4A4-9B94-41C9-B212-BAF21CFEF6F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777DA82-4FD9-4F14-A25B-EE5072E53D2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6C39874-C567-4A36-AA24-7CCC13CE229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D3BA3A5-B5F8-431F-8357-7951234FB7F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EEB7C18-4CC4-43C8-B7CA-5CAD14769FC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761A5F4-39EC-46A9-93F4-34405A9F255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21C77D4-CC82-4DCA-A33C-55E84110CAC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09B0780-FA9D-43C0-A446-52CBF6ED310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A43FB9E-8B49-4510-891B-CFFD2C2C6A7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F92658D-496D-445B-9258-D59AAE7072CE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E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E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213656D-7A21-480F-B7E9-BB89831DD726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IE" sz="1400" b="0" strike="noStrike" spc="-1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IE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50876A-93CB-47AC-8C19-647D11F95302}" type="slidenum">
              <a:rPr lang="en-IE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IE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IE" sz="1400" b="0" strike="noStrike" spc="-1">
                <a:latin typeface="Times New Roman"/>
              </a:defRPr>
            </a:lvl1pPr>
          </a:lstStyle>
          <a:p>
            <a:r>
              <a:rPr lang="en-IE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E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E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E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E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E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E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E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E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IE" sz="14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IE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F012577-A340-48F0-9150-265C69962A9C}" type="slidenum">
              <a:rPr lang="en-IE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IE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IE" sz="1400" b="0" strike="noStrike" spc="-1">
                <a:latin typeface="Times New Roman"/>
              </a:defRPr>
            </a:lvl1pPr>
          </a:lstStyle>
          <a:p>
            <a:r>
              <a:rPr lang="en-IE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E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E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E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E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E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E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E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E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9">
            <a:extLst>
              <a:ext uri="{FF2B5EF4-FFF2-40B4-BE49-F238E27FC236}">
                <a16:creationId xmlns:a16="http://schemas.microsoft.com/office/drawing/2014/main" id="{F6A40221-5828-E731-AF10-9A21688C0F35}"/>
              </a:ext>
            </a:extLst>
          </p:cNvPr>
          <p:cNvSpPr/>
          <p:nvPr/>
        </p:nvSpPr>
        <p:spPr>
          <a:xfrm rot="21123551">
            <a:off x="-223939" y="5454887"/>
            <a:ext cx="13148895" cy="2456278"/>
          </a:xfrm>
          <a:prstGeom prst="rect">
            <a:avLst/>
          </a:prstGeom>
          <a:solidFill>
            <a:srgbClr val="FFC719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3" name="Rectangle 4"/>
          <p:cNvSpPr/>
          <p:nvPr/>
        </p:nvSpPr>
        <p:spPr>
          <a:xfrm rot="15726600">
            <a:off x="3687143" y="-3550542"/>
            <a:ext cx="4942859" cy="13091863"/>
          </a:xfrm>
          <a:prstGeom prst="rect">
            <a:avLst/>
          </a:prstGeom>
          <a:solidFill>
            <a:srgbClr val="00B0F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4" name="Straight Connector 10"/>
          <p:cNvSpPr/>
          <p:nvPr/>
        </p:nvSpPr>
        <p:spPr>
          <a:xfrm flipV="1">
            <a:off x="6487560" y="5541934"/>
            <a:ext cx="6162480" cy="338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030680" y="1810440"/>
            <a:ext cx="10340640" cy="258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IE" sz="4400" b="0" strike="noStrike" spc="-1" dirty="0">
                <a:solidFill>
                  <a:srgbClr val="FFFFFF"/>
                </a:solidFill>
                <a:latin typeface="Calibri Light"/>
                <a:ea typeface="DejaVu Sans"/>
              </a:rPr>
              <a:t>grp </a:t>
            </a:r>
            <a:br>
              <a:rPr sz="4400" dirty="0"/>
            </a:br>
            <a:br>
              <a:rPr sz="4400" dirty="0"/>
            </a:br>
            <a:r>
              <a:rPr lang="en-IE" sz="4400" b="1" strike="noStrike" spc="-1" dirty="0">
                <a:solidFill>
                  <a:srgbClr val="FFFFFF"/>
                </a:solidFill>
                <a:latin typeface="Calibri Light"/>
                <a:ea typeface="DejaVu Sans"/>
              </a:rPr>
              <a:t>project</a:t>
            </a:r>
            <a:endParaRPr lang="en-IE" sz="4400" b="0" strike="noStrike" spc="-1" dirty="0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6642360" y="5795014"/>
            <a:ext cx="4765680" cy="101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E" sz="1500" b="0" strike="noStrike" spc="-1" dirty="0" err="1">
                <a:solidFill>
                  <a:srgbClr val="00B0F0"/>
                </a:solidFill>
                <a:latin typeface="Consolas"/>
                <a:ea typeface="DejaVu Sans"/>
              </a:rPr>
              <a:t>Jamie.FitzGerald</a:t>
            </a:r>
            <a:r>
              <a:rPr lang="en-IE" sz="1500" b="0" strike="noStrike" spc="-1" dirty="0">
                <a:solidFill>
                  <a:srgbClr val="00B0F0"/>
                </a:solidFill>
                <a:latin typeface="Consolas"/>
                <a:ea typeface="DejaVu Sans"/>
              </a:rPr>
              <a:t> @ </a:t>
            </a:r>
            <a:r>
              <a:rPr lang="en-IE" sz="1500" b="0" strike="noStrike" spc="-1" dirty="0" err="1">
                <a:solidFill>
                  <a:srgbClr val="00B0F0"/>
                </a:solidFill>
                <a:latin typeface="Consolas"/>
                <a:ea typeface="DejaVu Sans"/>
              </a:rPr>
              <a:t>mtu.ie</a:t>
            </a:r>
            <a:endParaRPr lang="en-IE" sz="15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E" sz="1500" b="0" strike="noStrike" spc="-1" dirty="0">
                <a:solidFill>
                  <a:srgbClr val="00B0F0"/>
                </a:solidFill>
                <a:latin typeface="Calibri"/>
                <a:ea typeface="DejaVu Sans"/>
              </a:rPr>
              <a:t>Human-centred AI research group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E" sz="1500" spc="-1" dirty="0">
                <a:solidFill>
                  <a:srgbClr val="00B0F0"/>
                </a:solidFill>
                <a:latin typeface="Calibri"/>
              </a:rPr>
              <a:t>MTU, Cork</a:t>
            </a:r>
            <a:endParaRPr lang="en-IE" sz="1500" b="0" strike="noStrike" spc="-1" dirty="0">
              <a:latin typeface="Arial"/>
            </a:endParaRPr>
          </a:p>
        </p:txBody>
      </p:sp>
      <p:sp>
        <p:nvSpPr>
          <p:cNvPr id="2" name="CustomShape 5">
            <a:extLst>
              <a:ext uri="{FF2B5EF4-FFF2-40B4-BE49-F238E27FC236}">
                <a16:creationId xmlns:a16="http://schemas.microsoft.com/office/drawing/2014/main" id="{502EF87C-EA24-7089-5C61-528DCD7662FC}"/>
              </a:ext>
            </a:extLst>
          </p:cNvPr>
          <p:cNvSpPr/>
          <p:nvPr/>
        </p:nvSpPr>
        <p:spPr>
          <a:xfrm>
            <a:off x="-1699941" y="6694020"/>
            <a:ext cx="1472760" cy="1472760"/>
          </a:xfrm>
          <a:prstGeom prst="ellipse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Picture 4" descr="Teagasc | Agriculture and Food Development Authority">
            <a:extLst>
              <a:ext uri="{FF2B5EF4-FFF2-40B4-BE49-F238E27FC236}">
                <a16:creationId xmlns:a16="http://schemas.microsoft.com/office/drawing/2014/main" id="{50D0A077-A663-60F8-F055-32B4F05700C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-908909" y="7572565"/>
            <a:ext cx="1542240" cy="539640"/>
          </a:xfrm>
          <a:prstGeom prst="rect">
            <a:avLst/>
          </a:prstGeom>
          <a:ln w="0">
            <a:noFill/>
          </a:ln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2A881202-04D2-395D-7958-C52D9E77A4F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-1373421" y="6889140"/>
            <a:ext cx="816480" cy="1166400"/>
          </a:xfrm>
          <a:prstGeom prst="rect">
            <a:avLst/>
          </a:prstGeom>
          <a:ln w="0">
            <a:noFill/>
          </a:ln>
        </p:spPr>
      </p:pic>
      <p:pic>
        <p:nvPicPr>
          <p:cNvPr id="5" name="Picture 44">
            <a:extLst>
              <a:ext uri="{FF2B5EF4-FFF2-40B4-BE49-F238E27FC236}">
                <a16:creationId xmlns:a16="http://schemas.microsoft.com/office/drawing/2014/main" id="{830105DC-620E-FEA7-AF27-934DA609B8A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-1190926" y="7248385"/>
            <a:ext cx="1305360" cy="604800"/>
          </a:xfrm>
          <a:prstGeom prst="rect">
            <a:avLst/>
          </a:prstGeom>
          <a:ln w="0"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BC7895-39B0-D90C-0E7C-09B3BEA77D1D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-1373421" y="7091757"/>
            <a:ext cx="1288800" cy="614520"/>
          </a:xfrm>
          <a:prstGeom prst="rect">
            <a:avLst/>
          </a:prstGeom>
          <a:ln w="0"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5B55242-2B92-3F88-1C18-527A14DA5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518" y="5795014"/>
            <a:ext cx="2015067" cy="575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6">
            <a:extLst>
              <a:ext uri="{FF2B5EF4-FFF2-40B4-BE49-F238E27FC236}">
                <a16:creationId xmlns:a16="http://schemas.microsoft.com/office/drawing/2014/main" id="{3AC9898B-52F7-D3E8-A59E-C477D57520F7}"/>
              </a:ext>
            </a:extLst>
          </p:cNvPr>
          <p:cNvSpPr/>
          <p:nvPr/>
        </p:nvSpPr>
        <p:spPr>
          <a:xfrm rot="163490">
            <a:off x="-1389049" y="-323529"/>
            <a:ext cx="13932406" cy="2010922"/>
          </a:xfrm>
          <a:prstGeom prst="rect">
            <a:avLst/>
          </a:prstGeom>
          <a:solidFill>
            <a:srgbClr val="FF3C2D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/>
          </p:nvPr>
        </p:nvSpPr>
        <p:spPr>
          <a:xfrm>
            <a:off x="1740960" y="1417320"/>
            <a:ext cx="9838800" cy="524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IE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The titles.</a:t>
            </a:r>
            <a:endParaRPr lang="en-IE" sz="2400" b="0" strike="noStrike" spc="-1">
              <a:latin typeface="Arial"/>
            </a:endParaRPr>
          </a:p>
        </p:txBody>
      </p:sp>
      <p:sp>
        <p:nvSpPr>
          <p:cNvPr id="95" name="Title 1"/>
          <p:cNvSpPr/>
          <p:nvPr/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IE" sz="4000" b="0" strike="noStrike" spc="-1">
                <a:solidFill>
                  <a:srgbClr val="000000"/>
                </a:solidFill>
                <a:latin typeface="Calibri Light"/>
                <a:ea typeface="DejaVu Sans"/>
              </a:rPr>
              <a:t>Background</a:t>
            </a:r>
            <a:endParaRPr lang="en-IE" sz="4000" b="0" strike="noStrike" spc="-1">
              <a:latin typeface="Arial"/>
            </a:endParaRPr>
          </a:p>
        </p:txBody>
      </p:sp>
      <p:sp>
        <p:nvSpPr>
          <p:cNvPr id="96" name="Rectangle 10"/>
          <p:cNvSpPr/>
          <p:nvPr/>
        </p:nvSpPr>
        <p:spPr>
          <a:xfrm rot="16738800">
            <a:off x="-6196835" y="1756453"/>
            <a:ext cx="7790400" cy="2124360"/>
          </a:xfrm>
          <a:prstGeom prst="rect">
            <a:avLst/>
          </a:prstGeom>
          <a:solidFill>
            <a:srgbClr val="3FE58A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7" name="Rectangle 11"/>
          <p:cNvSpPr/>
          <p:nvPr/>
        </p:nvSpPr>
        <p:spPr>
          <a:xfrm rot="3702000">
            <a:off x="-4921355" y="4010773"/>
            <a:ext cx="5002200" cy="1919520"/>
          </a:xfrm>
          <a:prstGeom prst="rect">
            <a:avLst/>
          </a:prstGeom>
          <a:solidFill>
            <a:srgbClr val="00B0F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8" name="PlaceHolder 1"/>
          <p:cNvSpPr/>
          <p:nvPr/>
        </p:nvSpPr>
        <p:spPr>
          <a:xfrm>
            <a:off x="4810680" y="-2323579"/>
            <a:ext cx="4362120" cy="2257920"/>
          </a:xfrm>
          <a:prstGeom prst="rect">
            <a:avLst/>
          </a:prstGeom>
          <a:solidFill>
            <a:srgbClr val="E6FC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marL="216000" indent="-216000">
              <a:lnSpc>
                <a:spcPct val="90000"/>
              </a:lnSpc>
              <a:spcBef>
                <a:spcPts val="1417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E" sz="1100" b="0" i="1" strike="noStrike" spc="-1">
                <a:solidFill>
                  <a:srgbClr val="000000"/>
                </a:solidFill>
                <a:latin typeface="Arial"/>
                <a:ea typeface="DejaVu Sans"/>
              </a:rPr>
              <a:t>The way</a:t>
            </a:r>
            <a:endParaRPr lang="en-IE" sz="1100" b="0" strike="noStrike" spc="-1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417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E" sz="1100" b="0" i="1" strike="noStrike" spc="-1">
                <a:solidFill>
                  <a:srgbClr val="000000"/>
                </a:solidFill>
                <a:latin typeface="Arial"/>
                <a:ea typeface="DejaVu Sans"/>
              </a:rPr>
              <a:t>The way</a:t>
            </a:r>
            <a:endParaRPr lang="en-IE" sz="1100" b="0" strike="noStrike" spc="-1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417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E" sz="1100" b="0" i="1" strike="noStrike" spc="-1">
                <a:solidFill>
                  <a:srgbClr val="000000"/>
                </a:solidFill>
                <a:latin typeface="Arial"/>
                <a:ea typeface="DejaVu Sans"/>
              </a:rPr>
              <a:t>The way</a:t>
            </a:r>
            <a:endParaRPr lang="en-IE" sz="1100" b="0" strike="noStrike" spc="-1"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417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E" sz="1100" b="0" i="1" strike="noStrike" spc="-1">
                <a:solidFill>
                  <a:srgbClr val="000000"/>
                </a:solidFill>
                <a:latin typeface="Arial"/>
                <a:ea typeface="DejaVu Sans"/>
              </a:rPr>
              <a:t>The way</a:t>
            </a:r>
            <a:endParaRPr lang="en-IE" sz="1100" b="0" strike="noStrike" spc="-1">
              <a:latin typeface="Arial"/>
            </a:endParaRP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5BD6B382-F397-414F-11AF-A3C6F1886883}"/>
              </a:ext>
            </a:extLst>
          </p:cNvPr>
          <p:cNvSpPr/>
          <p:nvPr/>
        </p:nvSpPr>
        <p:spPr>
          <a:xfrm>
            <a:off x="-288357" y="1753362"/>
            <a:ext cx="1023834" cy="3013537"/>
          </a:xfrm>
          <a:prstGeom prst="rect">
            <a:avLst/>
          </a:prstGeom>
          <a:solidFill>
            <a:srgbClr val="FFC819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5417E73-7471-BF55-A205-5B1D371E7AF5}"/>
              </a:ext>
            </a:extLst>
          </p:cNvPr>
          <p:cNvSpPr/>
          <p:nvPr/>
        </p:nvSpPr>
        <p:spPr>
          <a:xfrm>
            <a:off x="-389466" y="4071056"/>
            <a:ext cx="908744" cy="2841550"/>
          </a:xfrm>
          <a:prstGeom prst="rect">
            <a:avLst/>
          </a:prstGeom>
          <a:solidFill>
            <a:srgbClr val="00B0F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3E969E1B-A711-BDFA-C8E9-84A0AF04CD4D}"/>
              </a:ext>
            </a:extLst>
          </p:cNvPr>
          <p:cNvSpPr/>
          <p:nvPr/>
        </p:nvSpPr>
        <p:spPr>
          <a:xfrm>
            <a:off x="-547367" y="-152400"/>
            <a:ext cx="1084842" cy="2385039"/>
          </a:xfrm>
          <a:prstGeom prst="rect">
            <a:avLst/>
          </a:prstGeom>
          <a:solidFill>
            <a:srgbClr val="FF3C2D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CE2B19A1-5815-87EE-26D6-95ED2B8C543F}"/>
              </a:ext>
            </a:extLst>
          </p:cNvPr>
          <p:cNvSpPr/>
          <p:nvPr/>
        </p:nvSpPr>
        <p:spPr>
          <a:xfrm>
            <a:off x="1524761" y="2232639"/>
            <a:ext cx="9838800" cy="3013537"/>
          </a:xfrm>
          <a:prstGeom prst="rect">
            <a:avLst/>
          </a:prstGeom>
          <a:solidFill>
            <a:srgbClr val="FF3C2D">
              <a:alpha val="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9">
            <a:extLst>
              <a:ext uri="{FF2B5EF4-FFF2-40B4-BE49-F238E27FC236}">
                <a16:creationId xmlns:a16="http://schemas.microsoft.com/office/drawing/2014/main" id="{11A530E4-A3C8-DEF0-300C-2A9219190218}"/>
              </a:ext>
            </a:extLst>
          </p:cNvPr>
          <p:cNvSpPr/>
          <p:nvPr/>
        </p:nvSpPr>
        <p:spPr>
          <a:xfrm rot="339402">
            <a:off x="-995814" y="5149608"/>
            <a:ext cx="14183628" cy="2455908"/>
          </a:xfrm>
          <a:prstGeom prst="rect">
            <a:avLst/>
          </a:prstGeom>
          <a:solidFill>
            <a:srgbClr val="FFC819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EF5B68F-D24A-39CB-8A70-8B705CEBE7B1}"/>
              </a:ext>
            </a:extLst>
          </p:cNvPr>
          <p:cNvSpPr/>
          <p:nvPr/>
        </p:nvSpPr>
        <p:spPr>
          <a:xfrm rot="339402">
            <a:off x="-534642" y="1251283"/>
            <a:ext cx="13340275" cy="3916422"/>
          </a:xfrm>
          <a:prstGeom prst="rect">
            <a:avLst/>
          </a:prstGeom>
          <a:solidFill>
            <a:srgbClr val="00B0F0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9E98DC79-CE25-1EFA-8160-BB83AD136FBF}"/>
              </a:ext>
            </a:extLst>
          </p:cNvPr>
          <p:cNvSpPr/>
          <p:nvPr/>
        </p:nvSpPr>
        <p:spPr>
          <a:xfrm rot="339402">
            <a:off x="-298403" y="-687882"/>
            <a:ext cx="14619387" cy="2020597"/>
          </a:xfrm>
          <a:prstGeom prst="rect">
            <a:avLst/>
          </a:prstGeom>
          <a:solidFill>
            <a:srgbClr val="FF3C2D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9" name="Title 5"/>
          <p:cNvSpPr/>
          <p:nvPr/>
        </p:nvSpPr>
        <p:spPr>
          <a:xfrm>
            <a:off x="610860" y="3690186"/>
            <a:ext cx="1097028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IE" sz="4000" b="1" strike="noStrike" spc="-1" dirty="0">
                <a:latin typeface="Calibri Light"/>
                <a:ea typeface="DejaVu Sans"/>
              </a:rPr>
              <a:t>Here comes a new section</a:t>
            </a:r>
            <a:endParaRPr lang="en-IE" sz="4000" b="1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1740960" y="1417320"/>
            <a:ext cx="9838800" cy="524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E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endParaRPr lang="en-IE" sz="24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E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B</a:t>
            </a:r>
            <a:endParaRPr lang="en-IE" sz="24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E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endParaRPr lang="en-IE" sz="24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E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D</a:t>
            </a:r>
            <a:endParaRPr lang="en-IE" sz="2400" b="0" strike="noStrike" spc="-1">
              <a:latin typeface="Arial"/>
            </a:endParaRPr>
          </a:p>
        </p:txBody>
      </p:sp>
      <p:sp>
        <p:nvSpPr>
          <p:cNvPr id="105" name="Title 3"/>
          <p:cNvSpPr/>
          <p:nvPr/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IE" sz="4000" b="0" strike="noStrike" spc="-1">
                <a:solidFill>
                  <a:srgbClr val="000000"/>
                </a:solidFill>
                <a:latin typeface="Calibri Light"/>
                <a:ea typeface="DejaVu Sans"/>
              </a:rPr>
              <a:t>Methods and Materials</a:t>
            </a:r>
            <a:endParaRPr lang="en-IE" sz="4000" b="0" strike="noStrike" spc="-1">
              <a:latin typeface="Arial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907C66A-4E3D-138C-7DF3-E87C5F5192E2}"/>
              </a:ext>
            </a:extLst>
          </p:cNvPr>
          <p:cNvSpPr/>
          <p:nvPr/>
        </p:nvSpPr>
        <p:spPr>
          <a:xfrm>
            <a:off x="-389466" y="4071056"/>
            <a:ext cx="908744" cy="2841550"/>
          </a:xfrm>
          <a:prstGeom prst="rect">
            <a:avLst/>
          </a:prstGeom>
          <a:solidFill>
            <a:srgbClr val="00B0F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0701D8AE-1EE9-5074-CF4C-A00E3D891CFB}"/>
              </a:ext>
            </a:extLst>
          </p:cNvPr>
          <p:cNvSpPr/>
          <p:nvPr/>
        </p:nvSpPr>
        <p:spPr>
          <a:xfrm>
            <a:off x="-547367" y="-152400"/>
            <a:ext cx="1084842" cy="2385039"/>
          </a:xfrm>
          <a:prstGeom prst="rect">
            <a:avLst/>
          </a:prstGeom>
          <a:solidFill>
            <a:srgbClr val="FF3C2D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1A586704-0AB3-DF13-ED07-5BF973D1E11F}"/>
              </a:ext>
            </a:extLst>
          </p:cNvPr>
          <p:cNvSpPr/>
          <p:nvPr/>
        </p:nvSpPr>
        <p:spPr>
          <a:xfrm>
            <a:off x="-288357" y="1753362"/>
            <a:ext cx="1023834" cy="3013537"/>
          </a:xfrm>
          <a:prstGeom prst="rect">
            <a:avLst/>
          </a:prstGeom>
          <a:solidFill>
            <a:srgbClr val="FFC819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7CFD3-6A21-516D-035F-F44D0DC1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8C0C21AC-FAB7-7B1C-CD16-8F1524788096}"/>
              </a:ext>
            </a:extLst>
          </p:cNvPr>
          <p:cNvSpPr/>
          <p:nvPr/>
        </p:nvSpPr>
        <p:spPr>
          <a:xfrm rot="339402">
            <a:off x="-534642" y="1251283"/>
            <a:ext cx="13340275" cy="3916422"/>
          </a:xfrm>
          <a:prstGeom prst="rect">
            <a:avLst/>
          </a:prstGeom>
          <a:solidFill>
            <a:srgbClr val="00B0F0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5D7E20A0-1665-00B6-CDF7-3C3C2E5B727A}"/>
              </a:ext>
            </a:extLst>
          </p:cNvPr>
          <p:cNvSpPr/>
          <p:nvPr/>
        </p:nvSpPr>
        <p:spPr>
          <a:xfrm rot="339402">
            <a:off x="-298403" y="-687882"/>
            <a:ext cx="14619387" cy="2020597"/>
          </a:xfrm>
          <a:prstGeom prst="rect">
            <a:avLst/>
          </a:prstGeom>
          <a:solidFill>
            <a:srgbClr val="FF3C2D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9" name="Title 5">
            <a:extLst>
              <a:ext uri="{FF2B5EF4-FFF2-40B4-BE49-F238E27FC236}">
                <a16:creationId xmlns:a16="http://schemas.microsoft.com/office/drawing/2014/main" id="{7A966CE1-D713-D41A-26CE-E68F74013E70}"/>
              </a:ext>
            </a:extLst>
          </p:cNvPr>
          <p:cNvSpPr/>
          <p:nvPr/>
        </p:nvSpPr>
        <p:spPr>
          <a:xfrm>
            <a:off x="610860" y="3690186"/>
            <a:ext cx="1097028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IE" sz="4000" b="1" strike="noStrike" spc="-1" dirty="0">
                <a:latin typeface="Calibri Light"/>
                <a:ea typeface="DejaVu Sans"/>
              </a:rPr>
              <a:t>Here comes </a:t>
            </a:r>
            <a:r>
              <a:rPr lang="en-IE" sz="4000" b="1" spc="-1" dirty="0">
                <a:latin typeface="Calibri Light"/>
                <a:ea typeface="DejaVu Sans"/>
              </a:rPr>
              <a:t>yet another</a:t>
            </a:r>
            <a:r>
              <a:rPr lang="en-IE" sz="4000" b="1" strike="noStrike" spc="-1" dirty="0">
                <a:latin typeface="Calibri Light"/>
                <a:ea typeface="DejaVu Sans"/>
              </a:rPr>
              <a:t> new section</a:t>
            </a:r>
            <a:endParaRPr lang="en-IE" sz="4000" b="1" strike="noStrike" spc="-1" dirty="0">
              <a:latin typeface="Arial"/>
            </a:endParaRP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2C668115-AD02-7F78-6521-4B0B06746EC2}"/>
              </a:ext>
            </a:extLst>
          </p:cNvPr>
          <p:cNvSpPr/>
          <p:nvPr/>
        </p:nvSpPr>
        <p:spPr>
          <a:xfrm rot="339402">
            <a:off x="-995814" y="5149608"/>
            <a:ext cx="14183628" cy="2455908"/>
          </a:xfrm>
          <a:prstGeom prst="rect">
            <a:avLst/>
          </a:prstGeom>
          <a:solidFill>
            <a:srgbClr val="FFC819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43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/>
          </p:nvPr>
        </p:nvSpPr>
        <p:spPr>
          <a:xfrm>
            <a:off x="1740960" y="1417320"/>
            <a:ext cx="9838800" cy="524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E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The titles.</a:t>
            </a:r>
            <a:endParaRPr lang="en-IE" sz="24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E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The verbs</a:t>
            </a:r>
            <a:endParaRPr lang="en-IE" sz="24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E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The means</a:t>
            </a:r>
            <a:endParaRPr lang="en-IE" sz="24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E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The ends</a:t>
            </a:r>
            <a:endParaRPr lang="en-IE" sz="2400" b="0" strike="noStrike" spc="-1">
              <a:latin typeface="Arial"/>
            </a:endParaRPr>
          </a:p>
        </p:txBody>
      </p:sp>
      <p:sp>
        <p:nvSpPr>
          <p:cNvPr id="114" name="Title 6"/>
          <p:cNvSpPr/>
          <p:nvPr/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IE" sz="4000" b="0" strike="noStrike" spc="-1">
                <a:solidFill>
                  <a:srgbClr val="000000"/>
                </a:solidFill>
                <a:latin typeface="Calibri Light"/>
                <a:ea typeface="DejaVu Sans"/>
              </a:rPr>
              <a:t>Conclude what you will</a:t>
            </a:r>
            <a:endParaRPr lang="en-IE" sz="4000" b="0" strike="noStrike" spc="-1">
              <a:latin typeface="Arial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639ECE5-283E-EC78-EBF1-2F71B8D73200}"/>
              </a:ext>
            </a:extLst>
          </p:cNvPr>
          <p:cNvSpPr/>
          <p:nvPr/>
        </p:nvSpPr>
        <p:spPr>
          <a:xfrm>
            <a:off x="-389466" y="4071056"/>
            <a:ext cx="908744" cy="2841550"/>
          </a:xfrm>
          <a:prstGeom prst="rect">
            <a:avLst/>
          </a:prstGeom>
          <a:solidFill>
            <a:srgbClr val="00B0F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9954EE00-D2CB-1B8E-23BC-C6E1FB5612E7}"/>
              </a:ext>
            </a:extLst>
          </p:cNvPr>
          <p:cNvSpPr/>
          <p:nvPr/>
        </p:nvSpPr>
        <p:spPr>
          <a:xfrm>
            <a:off x="-547367" y="-152400"/>
            <a:ext cx="1084842" cy="2385039"/>
          </a:xfrm>
          <a:prstGeom prst="rect">
            <a:avLst/>
          </a:prstGeom>
          <a:solidFill>
            <a:srgbClr val="FF3C2D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A67275AD-F6E1-A113-2519-8DC06BAF92F7}"/>
              </a:ext>
            </a:extLst>
          </p:cNvPr>
          <p:cNvSpPr/>
          <p:nvPr/>
        </p:nvSpPr>
        <p:spPr>
          <a:xfrm>
            <a:off x="-288357" y="1753362"/>
            <a:ext cx="1023834" cy="3013537"/>
          </a:xfrm>
          <a:prstGeom prst="rect">
            <a:avLst/>
          </a:prstGeom>
          <a:solidFill>
            <a:srgbClr val="FFC819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/>
          <p:nvPr/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IE" sz="4000" b="0" strike="noStrike" spc="-1">
                <a:solidFill>
                  <a:srgbClr val="000000"/>
                </a:solidFill>
                <a:latin typeface="Calibri Light"/>
                <a:ea typeface="DejaVu Sans"/>
              </a:rPr>
              <a:t>keep on Seq’n..</a:t>
            </a:r>
            <a:endParaRPr lang="en-IE" sz="4000" b="0" strike="noStrike" spc="-1">
              <a:latin typeface="Arial"/>
            </a:endParaRPr>
          </a:p>
        </p:txBody>
      </p:sp>
      <p:sp>
        <p:nvSpPr>
          <p:cNvPr id="120" name="Title 1"/>
          <p:cNvSpPr/>
          <p:nvPr/>
        </p:nvSpPr>
        <p:spPr>
          <a:xfrm>
            <a:off x="1446840" y="5485680"/>
            <a:ext cx="1048248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90000"/>
              </a:lnSpc>
              <a:spcBef>
                <a:spcPts val="1001"/>
              </a:spcBef>
              <a:buNone/>
            </a:pPr>
            <a:r>
              <a:rPr lang="en-IE" sz="2000" b="0" strike="noStrike" spc="-1">
                <a:solidFill>
                  <a:srgbClr val="000000"/>
                </a:solidFill>
                <a:latin typeface="Calibri Light"/>
                <a:ea typeface="DejaVu Sans"/>
              </a:rPr>
              <a:t>Thanks for your time - Questions always welcome.</a:t>
            </a:r>
            <a:endParaRPr lang="en-IE" sz="2000" b="0" strike="noStrike" spc="-1">
              <a:latin typeface="Arial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BE6DE17-1336-D14A-5585-22F602D6CFA5}"/>
              </a:ext>
            </a:extLst>
          </p:cNvPr>
          <p:cNvSpPr/>
          <p:nvPr/>
        </p:nvSpPr>
        <p:spPr>
          <a:xfrm>
            <a:off x="-389466" y="4071056"/>
            <a:ext cx="908744" cy="2841550"/>
          </a:xfrm>
          <a:prstGeom prst="rect">
            <a:avLst/>
          </a:prstGeom>
          <a:solidFill>
            <a:srgbClr val="00B0F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7059072-1D11-7F9F-8FBD-2631369305AE}"/>
              </a:ext>
            </a:extLst>
          </p:cNvPr>
          <p:cNvSpPr/>
          <p:nvPr/>
        </p:nvSpPr>
        <p:spPr>
          <a:xfrm>
            <a:off x="-547367" y="-152400"/>
            <a:ext cx="1084842" cy="2385039"/>
          </a:xfrm>
          <a:prstGeom prst="rect">
            <a:avLst/>
          </a:prstGeom>
          <a:solidFill>
            <a:srgbClr val="FF3C2D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E827CF71-ED14-FDE7-62E8-7EB681D62B28}"/>
              </a:ext>
            </a:extLst>
          </p:cNvPr>
          <p:cNvSpPr/>
          <p:nvPr/>
        </p:nvSpPr>
        <p:spPr>
          <a:xfrm>
            <a:off x="-288357" y="1753362"/>
            <a:ext cx="1023834" cy="3013537"/>
          </a:xfrm>
          <a:prstGeom prst="rect">
            <a:avLst/>
          </a:prstGeom>
          <a:solidFill>
            <a:srgbClr val="FFC819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13425</TotalTime>
  <Words>74</Words>
  <Application>Microsoft Macintosh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Symbol</vt:lpstr>
      <vt:lpstr>Times New Roman</vt:lpstr>
      <vt:lpstr>Wingdings</vt:lpstr>
      <vt:lpstr>Office Theme</vt:lpstr>
      <vt:lpstr>Office Theme</vt:lpstr>
      <vt:lpstr>grp  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Teagasc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Jamie FItzGerald (External)</dc:creator>
  <dc:description/>
  <cp:lastModifiedBy>Jamie FitzGerald</cp:lastModifiedBy>
  <cp:revision>260</cp:revision>
  <dcterms:created xsi:type="dcterms:W3CDTF">2023-06-23T03:57:47Z</dcterms:created>
  <dcterms:modified xsi:type="dcterms:W3CDTF">2025-06-18T09:04:52Z</dcterms:modified>
  <dc:language>en-IE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</vt:i4>
  </property>
  <property fmtid="{D5CDD505-2E9C-101B-9397-08002B2CF9AE}" pid="3" name="Notes">
    <vt:i4>5</vt:i4>
  </property>
  <property fmtid="{D5CDD505-2E9C-101B-9397-08002B2CF9AE}" pid="4" name="PresentationFormat">
    <vt:lpwstr>Widescreen</vt:lpwstr>
  </property>
  <property fmtid="{D5CDD505-2E9C-101B-9397-08002B2CF9AE}" pid="5" name="Slides">
    <vt:i4>17</vt:i4>
  </property>
</Properties>
</file>